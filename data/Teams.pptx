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7C736-EB8F-40B4-B1F3-5308ABA8A5D2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0410-26DB-402D-A2B4-ECBEC8DC9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54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7C736-EB8F-40B4-B1F3-5308ABA8A5D2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0410-26DB-402D-A2B4-ECBEC8DC9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89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7C736-EB8F-40B4-B1F3-5308ABA8A5D2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0410-26DB-402D-A2B4-ECBEC8DC9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119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7C736-EB8F-40B4-B1F3-5308ABA8A5D2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0410-26DB-402D-A2B4-ECBEC8DC9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842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7C736-EB8F-40B4-B1F3-5308ABA8A5D2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0410-26DB-402D-A2B4-ECBEC8DC9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53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7C736-EB8F-40B4-B1F3-5308ABA8A5D2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0410-26DB-402D-A2B4-ECBEC8DC9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37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7C736-EB8F-40B4-B1F3-5308ABA8A5D2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0410-26DB-402D-A2B4-ECBEC8DC9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0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7C736-EB8F-40B4-B1F3-5308ABA8A5D2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0410-26DB-402D-A2B4-ECBEC8DC9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06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7C736-EB8F-40B4-B1F3-5308ABA8A5D2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0410-26DB-402D-A2B4-ECBEC8DC9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630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7C736-EB8F-40B4-B1F3-5308ABA8A5D2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0410-26DB-402D-A2B4-ECBEC8DC9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38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7C736-EB8F-40B4-B1F3-5308ABA8A5D2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0410-26DB-402D-A2B4-ECBEC8DC9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533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7C736-EB8F-40B4-B1F3-5308ABA8A5D2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D0410-26DB-402D-A2B4-ECBEC8DC9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873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98072-A1EA-57F7-9B8B-F9F8015D1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19777-FEC1-4857-9A77-E129C8CD4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2" y="100439"/>
            <a:ext cx="4772325" cy="32570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F73D7F-96E2-AC25-8EBB-D9E926C7E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568" y="100439"/>
            <a:ext cx="4903997" cy="3072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9AB641-DBD8-3DEE-4C45-30101A5D6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0465"/>
            <a:ext cx="4903997" cy="30723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8C9506-96B9-FFDF-7C58-D6F242EFA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709" y="3500465"/>
            <a:ext cx="4903997" cy="30723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980C0A-AC63-4090-3583-CD08B579505E}"/>
              </a:ext>
            </a:extLst>
          </p:cNvPr>
          <p:cNvSpPr txBox="1"/>
          <p:nvPr/>
        </p:nvSpPr>
        <p:spPr>
          <a:xfrm>
            <a:off x="1499616" y="2851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DBD3E3-8208-2599-DD91-706CD9EDB39E}"/>
              </a:ext>
            </a:extLst>
          </p:cNvPr>
          <p:cNvSpPr txBox="1"/>
          <p:nvPr/>
        </p:nvSpPr>
        <p:spPr>
          <a:xfrm>
            <a:off x="1143518" y="165386"/>
            <a:ext cx="1390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Maheshwari Royals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FC2DA8-DCCA-CC10-7AD5-7536879B527B}"/>
              </a:ext>
            </a:extLst>
          </p:cNvPr>
          <p:cNvSpPr txBox="1"/>
          <p:nvPr/>
        </p:nvSpPr>
        <p:spPr>
          <a:xfrm>
            <a:off x="6271941" y="192818"/>
            <a:ext cx="1456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Aaradhya Superstars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5986B0-60F7-9EEB-A5FB-FF80A3233C56}"/>
              </a:ext>
            </a:extLst>
          </p:cNvPr>
          <p:cNvSpPr txBox="1"/>
          <p:nvPr/>
        </p:nvSpPr>
        <p:spPr>
          <a:xfrm>
            <a:off x="1314532" y="3585242"/>
            <a:ext cx="903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Kabra Kings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4B3E08-DBA3-68EF-C36B-F5F2329EAEB7}"/>
              </a:ext>
            </a:extLst>
          </p:cNvPr>
          <p:cNvSpPr txBox="1"/>
          <p:nvPr/>
        </p:nvSpPr>
        <p:spPr>
          <a:xfrm>
            <a:off x="6271941" y="714606"/>
            <a:ext cx="1000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Anil Chandak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F8297E-D3E5-2A84-514F-6791C6C2D12E}"/>
              </a:ext>
            </a:extLst>
          </p:cNvPr>
          <p:cNvSpPr txBox="1"/>
          <p:nvPr/>
        </p:nvSpPr>
        <p:spPr>
          <a:xfrm>
            <a:off x="1184049" y="689887"/>
            <a:ext cx="10969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Abhishek Lathi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7B78D8-9986-2705-C0D3-8AE23A572745}"/>
              </a:ext>
            </a:extLst>
          </p:cNvPr>
          <p:cNvSpPr txBox="1"/>
          <p:nvPr/>
        </p:nvSpPr>
        <p:spPr>
          <a:xfrm>
            <a:off x="1296243" y="4137361"/>
            <a:ext cx="1049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Sameer Kabra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127D7-2883-7D2E-CF80-D4346CF2037E}"/>
              </a:ext>
            </a:extLst>
          </p:cNvPr>
          <p:cNvSpPr txBox="1"/>
          <p:nvPr/>
        </p:nvSpPr>
        <p:spPr>
          <a:xfrm>
            <a:off x="6253654" y="3594224"/>
            <a:ext cx="845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Lathi Lions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26128E-7959-7B22-017A-6F82721E2C41}"/>
              </a:ext>
            </a:extLst>
          </p:cNvPr>
          <p:cNvSpPr txBox="1"/>
          <p:nvPr/>
        </p:nvSpPr>
        <p:spPr>
          <a:xfrm>
            <a:off x="6235365" y="4128055"/>
            <a:ext cx="9110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Nilesh Lathi</a:t>
            </a:r>
          </a:p>
        </p:txBody>
      </p:sp>
    </p:spTree>
    <p:extLst>
      <p:ext uri="{BB962C8B-B14F-4D97-AF65-F5344CB8AC3E}">
        <p14:creationId xmlns:p14="http://schemas.microsoft.com/office/powerpoint/2010/main" val="2011242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B37D9-F1B1-2110-6895-5C081995B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0FF0FB-D749-5B4E-C4E6-A58723FB1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5873"/>
            <a:ext cx="4903997" cy="30723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190D13-FFED-8BF9-AB5B-3C66DB4DC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709" y="3335873"/>
            <a:ext cx="4903997" cy="30723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8F5541-CFA9-F67A-CF69-DF0028640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1" y="141569"/>
            <a:ext cx="4903997" cy="30723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647097-0566-2C92-45B1-AA09F2291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41569"/>
            <a:ext cx="4903997" cy="3072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2214B3-6038-C42D-48A1-042AA3FFFC4C}"/>
              </a:ext>
            </a:extLst>
          </p:cNvPr>
          <p:cNvSpPr txBox="1"/>
          <p:nvPr/>
        </p:nvSpPr>
        <p:spPr>
          <a:xfrm>
            <a:off x="1159084" y="229394"/>
            <a:ext cx="8809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Raju Riders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58E6C-193D-A5C7-4549-B2F3CE354DFB}"/>
              </a:ext>
            </a:extLst>
          </p:cNvPr>
          <p:cNvSpPr txBox="1"/>
          <p:nvPr/>
        </p:nvSpPr>
        <p:spPr>
          <a:xfrm>
            <a:off x="1140795" y="781513"/>
            <a:ext cx="14167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Rajkumar </a:t>
            </a:r>
            <a:r>
              <a:rPr lang="en-IN" sz="1200" dirty="0" err="1"/>
              <a:t>Bhootada</a:t>
            </a:r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461C0-0ADB-A0C8-7987-79AC49D2FC1F}"/>
              </a:ext>
            </a:extLst>
          </p:cNvPr>
          <p:cNvSpPr txBox="1"/>
          <p:nvPr/>
        </p:nvSpPr>
        <p:spPr>
          <a:xfrm>
            <a:off x="6084652" y="229394"/>
            <a:ext cx="17284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Royal Challengers </a:t>
            </a:r>
            <a:r>
              <a:rPr lang="en-IN" sz="1200" dirty="0" err="1"/>
              <a:t>Dewas</a:t>
            </a:r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D2AC3-996E-6BD6-20BB-7F47A08AD732}"/>
              </a:ext>
            </a:extLst>
          </p:cNvPr>
          <p:cNvSpPr txBox="1"/>
          <p:nvPr/>
        </p:nvSpPr>
        <p:spPr>
          <a:xfrm>
            <a:off x="6130371" y="781513"/>
            <a:ext cx="1148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Aditya </a:t>
            </a:r>
            <a:r>
              <a:rPr lang="en-IN" sz="1200" dirty="0" err="1"/>
              <a:t>Chichani</a:t>
            </a:r>
            <a:endParaRPr lang="en-IN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CF1B56-68E8-A8E9-C3D6-A269C7CB3CB3}"/>
              </a:ext>
            </a:extLst>
          </p:cNvPr>
          <p:cNvSpPr txBox="1"/>
          <p:nvPr/>
        </p:nvSpPr>
        <p:spPr>
          <a:xfrm>
            <a:off x="1314532" y="3420650"/>
            <a:ext cx="1274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Sourabh Warriors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4C752C-0437-D96F-A21F-F1E79A005F86}"/>
              </a:ext>
            </a:extLst>
          </p:cNvPr>
          <p:cNvSpPr txBox="1"/>
          <p:nvPr/>
        </p:nvSpPr>
        <p:spPr>
          <a:xfrm>
            <a:off x="1296243" y="3972769"/>
            <a:ext cx="1039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Sourabh </a:t>
            </a:r>
            <a:r>
              <a:rPr lang="en-IN" sz="1200" dirty="0" err="1"/>
              <a:t>Totla</a:t>
            </a:r>
            <a:endParaRPr lang="en-IN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714C7-C65F-65EB-4D9B-289BA8026751}"/>
              </a:ext>
            </a:extLst>
          </p:cNvPr>
          <p:cNvSpPr txBox="1"/>
          <p:nvPr/>
        </p:nvSpPr>
        <p:spPr>
          <a:xfrm>
            <a:off x="6148660" y="3420650"/>
            <a:ext cx="1138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Sunny Spartans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3C21A8-E00B-498C-780E-866DB87C04C2}"/>
              </a:ext>
            </a:extLst>
          </p:cNvPr>
          <p:cNvSpPr txBox="1"/>
          <p:nvPr/>
        </p:nvSpPr>
        <p:spPr>
          <a:xfrm>
            <a:off x="6130371" y="3972769"/>
            <a:ext cx="1290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Sunny Maheswari</a:t>
            </a:r>
          </a:p>
        </p:txBody>
      </p:sp>
    </p:spTree>
    <p:extLst>
      <p:ext uri="{BB962C8B-B14F-4D97-AF65-F5344CB8AC3E}">
        <p14:creationId xmlns:p14="http://schemas.microsoft.com/office/powerpoint/2010/main" val="2946550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</TotalTime>
  <Words>33</Words>
  <Application>Microsoft Office PowerPoint</Application>
  <PresentationFormat>A4 Paper (210x297 mm)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sarthak daga</dc:creator>
  <cp:lastModifiedBy>sarthak daga</cp:lastModifiedBy>
  <cp:revision>1</cp:revision>
  <dcterms:created xsi:type="dcterms:W3CDTF">2025-12-17T16:18:57Z</dcterms:created>
  <dcterms:modified xsi:type="dcterms:W3CDTF">2025-12-17T16:39:42Z</dcterms:modified>
</cp:coreProperties>
</file>